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" charset="1" panose="020B0606030504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33778"/>
            <a:ext cx="15854685" cy="8006616"/>
          </a:xfrm>
          <a:custGeom>
            <a:avLst/>
            <a:gdLst/>
            <a:ahLst/>
            <a:cxnLst/>
            <a:rect r="r" b="b" t="t" l="l"/>
            <a:pathLst>
              <a:path h="8006616" w="15854685">
                <a:moveTo>
                  <a:pt x="0" y="0"/>
                </a:moveTo>
                <a:lnTo>
                  <a:pt x="15854685" y="0"/>
                </a:lnTo>
                <a:lnTo>
                  <a:pt x="15854685" y="8006615"/>
                </a:lnTo>
                <a:lnTo>
                  <a:pt x="0" y="8006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69542" y="952500"/>
            <a:ext cx="986511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Jak generowane są trudniejsze pytania?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2680" y="2605896"/>
            <a:ext cx="19253360" cy="6907143"/>
          </a:xfrm>
          <a:custGeom>
            <a:avLst/>
            <a:gdLst/>
            <a:ahLst/>
            <a:cxnLst/>
            <a:rect r="r" b="b" t="t" l="l"/>
            <a:pathLst>
              <a:path h="6907143" w="19253360">
                <a:moveTo>
                  <a:pt x="0" y="0"/>
                </a:moveTo>
                <a:lnTo>
                  <a:pt x="19253360" y="0"/>
                </a:lnTo>
                <a:lnTo>
                  <a:pt x="19253360" y="6907143"/>
                </a:lnTo>
                <a:lnTo>
                  <a:pt x="0" y="6907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69542" y="952500"/>
            <a:ext cx="9865117" cy="71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Pętla generowania odpowiedzi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8798" y="2304131"/>
            <a:ext cx="7190404" cy="6954169"/>
          </a:xfrm>
          <a:custGeom>
            <a:avLst/>
            <a:gdLst/>
            <a:ahLst/>
            <a:cxnLst/>
            <a:rect r="r" b="b" t="t" l="l"/>
            <a:pathLst>
              <a:path h="6954169" w="7190404">
                <a:moveTo>
                  <a:pt x="0" y="0"/>
                </a:moveTo>
                <a:lnTo>
                  <a:pt x="7190404" y="0"/>
                </a:lnTo>
                <a:lnTo>
                  <a:pt x="7190404" y="6954169"/>
                </a:lnTo>
                <a:lnTo>
                  <a:pt x="0" y="6954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4399" y="765416"/>
            <a:ext cx="12739202" cy="100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Dystrybucja długości outputów (widać outliery, które mają po pareset tysięcy tokenów)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03020"/>
            <a:ext cx="18288000" cy="7955280"/>
          </a:xfrm>
          <a:custGeom>
            <a:avLst/>
            <a:gdLst/>
            <a:ahLst/>
            <a:cxnLst/>
            <a:rect r="r" b="b" t="t" l="l"/>
            <a:pathLst>
              <a:path h="7955280" w="18288000">
                <a:moveTo>
                  <a:pt x="0" y="0"/>
                </a:moveTo>
                <a:lnTo>
                  <a:pt x="18288000" y="0"/>
                </a:lnTo>
                <a:lnTo>
                  <a:pt x="18288000" y="7955280"/>
                </a:lnTo>
                <a:lnTo>
                  <a:pt x="0" y="7955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24372" y="815357"/>
            <a:ext cx="4146042" cy="48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Uczenie asynchroniczne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3269" y="1983545"/>
            <a:ext cx="10581462" cy="7274755"/>
          </a:xfrm>
          <a:custGeom>
            <a:avLst/>
            <a:gdLst/>
            <a:ahLst/>
            <a:cxnLst/>
            <a:rect r="r" b="b" t="t" l="l"/>
            <a:pathLst>
              <a:path h="7274755" w="10581462">
                <a:moveTo>
                  <a:pt x="0" y="0"/>
                </a:moveTo>
                <a:lnTo>
                  <a:pt x="10581462" y="0"/>
                </a:lnTo>
                <a:lnTo>
                  <a:pt x="10581462" y="7274755"/>
                </a:lnTo>
                <a:lnTo>
                  <a:pt x="0" y="7274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3089" y="761056"/>
            <a:ext cx="10581462" cy="48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Wyniki na różnych benchmarkach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7635"/>
            <a:ext cx="16230600" cy="9271730"/>
          </a:xfrm>
          <a:custGeom>
            <a:avLst/>
            <a:gdLst/>
            <a:ahLst/>
            <a:cxnLst/>
            <a:rect r="r" b="b" t="t" l="l"/>
            <a:pathLst>
              <a:path h="9271730" w="16230600">
                <a:moveTo>
                  <a:pt x="0" y="0"/>
                </a:moveTo>
                <a:lnTo>
                  <a:pt x="16230600" y="0"/>
                </a:lnTo>
                <a:lnTo>
                  <a:pt x="16230600" y="9271730"/>
                </a:lnTo>
                <a:lnTo>
                  <a:pt x="0" y="9271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6014" y="137516"/>
            <a:ext cx="12475973" cy="10011968"/>
          </a:xfrm>
          <a:custGeom>
            <a:avLst/>
            <a:gdLst/>
            <a:ahLst/>
            <a:cxnLst/>
            <a:rect r="r" b="b" t="t" l="l"/>
            <a:pathLst>
              <a:path h="10011968" w="12475973">
                <a:moveTo>
                  <a:pt x="0" y="0"/>
                </a:moveTo>
                <a:lnTo>
                  <a:pt x="12475972" y="0"/>
                </a:lnTo>
                <a:lnTo>
                  <a:pt x="12475972" y="10011968"/>
                </a:lnTo>
                <a:lnTo>
                  <a:pt x="0" y="10011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5181" y="1979570"/>
            <a:ext cx="18543181" cy="6327861"/>
          </a:xfrm>
          <a:custGeom>
            <a:avLst/>
            <a:gdLst/>
            <a:ahLst/>
            <a:cxnLst/>
            <a:rect r="r" b="b" t="t" l="l"/>
            <a:pathLst>
              <a:path h="6327861" w="18543181">
                <a:moveTo>
                  <a:pt x="0" y="0"/>
                </a:moveTo>
                <a:lnTo>
                  <a:pt x="18543181" y="0"/>
                </a:lnTo>
                <a:lnTo>
                  <a:pt x="18543181" y="6327860"/>
                </a:lnTo>
                <a:lnTo>
                  <a:pt x="0" y="6327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27445" y="981075"/>
            <a:ext cx="8577929" cy="48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  <a:spcBef>
                <a:spcPct val="0"/>
              </a:spcBef>
            </a:pPr>
            <a:r>
              <a:rPr lang="en-US" sz="29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Zjawiska wyłaniające się (podczas fazy reasoning)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DAHM1T6xmP0</dc:identifier>
  <dcterms:modified xsi:type="dcterms:W3CDTF">2011-08-01T06:04:30Z</dcterms:modified>
  <cp:revision>1</cp:revision>
  <dc:title>Tekst akapitu</dc:title>
</cp:coreProperties>
</file>